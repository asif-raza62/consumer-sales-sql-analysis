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1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81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ADHOC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AB6"/>
    <a:srgbClr val="84979D"/>
    <a:srgbClr val="D2B4A6"/>
    <a:srgbClr val="DD462F"/>
    <a:srgbClr val="D24726"/>
    <a:srgbClr val="404040"/>
    <a:srgbClr val="FF9B45"/>
    <a:srgbClr val="F8CFB6"/>
    <a:srgbClr val="92392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57D0D-AEEB-4254-B3B8-95D5676A347E}" v="201" dt="2026-04-19T07:38:05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Raza" userId="c95e8c703edac367" providerId="LiveId" clId="{92EF7571-1268-4426-B6B7-5E97D08F0973}"/>
    <pc:docChg chg="undo custSel modSld sldOrd modSection">
      <pc:chgData name="Asif Raza" userId="c95e8c703edac367" providerId="LiveId" clId="{92EF7571-1268-4426-B6B7-5E97D08F0973}" dt="2026-04-19T07:38:10.635" v="1299" actId="1076"/>
      <pc:docMkLst>
        <pc:docMk/>
      </pc:docMkLst>
      <pc:sldChg chg="addSp delSp modSp mod setBg">
        <pc:chgData name="Asif Raza" userId="c95e8c703edac367" providerId="LiveId" clId="{92EF7571-1268-4426-B6B7-5E97D08F0973}" dt="2026-04-19T06:06:25.947" v="198" actId="1076"/>
        <pc:sldMkLst>
          <pc:docMk/>
          <pc:sldMk cId="2471807738" sldId="256"/>
        </pc:sldMkLst>
        <pc:spChg chg="mod">
          <ac:chgData name="Asif Raza" userId="c95e8c703edac367" providerId="LiveId" clId="{92EF7571-1268-4426-B6B7-5E97D08F0973}" dt="2026-04-19T05:58:21.555" v="123" actId="1076"/>
          <ac:spMkLst>
            <pc:docMk/>
            <pc:sldMk cId="2471807738" sldId="256"/>
            <ac:spMk id="2" creationId="{00000000-0000-0000-0000-000000000000}"/>
          </ac:spMkLst>
        </pc:spChg>
        <pc:spChg chg="mod">
          <ac:chgData name="Asif Raza" userId="c95e8c703edac367" providerId="LiveId" clId="{92EF7571-1268-4426-B6B7-5E97D08F0973}" dt="2026-04-19T06:01:01.897" v="132"/>
          <ac:spMkLst>
            <pc:docMk/>
            <pc:sldMk cId="2471807738" sldId="256"/>
            <ac:spMk id="3" creationId="{00000000-0000-0000-0000-000000000000}"/>
          </ac:spMkLst>
        </pc:spChg>
        <pc:spChg chg="add mod">
          <ac:chgData name="Asif Raza" userId="c95e8c703edac367" providerId="LiveId" clId="{92EF7571-1268-4426-B6B7-5E97D08F0973}" dt="2026-04-19T06:06:25.947" v="198" actId="1076"/>
          <ac:spMkLst>
            <pc:docMk/>
            <pc:sldMk cId="2471807738" sldId="256"/>
            <ac:spMk id="5" creationId="{94DF6491-6DC5-7920-8D30-8069A7CFBDC1}"/>
          </ac:spMkLst>
        </pc:spChg>
        <pc:spChg chg="add del mod">
          <ac:chgData name="Asif Raza" userId="c95e8c703edac367" providerId="LiveId" clId="{92EF7571-1268-4426-B6B7-5E97D08F0973}" dt="2026-04-19T05:51:51.863" v="88" actId="478"/>
          <ac:spMkLst>
            <pc:docMk/>
            <pc:sldMk cId="2471807738" sldId="256"/>
            <ac:spMk id="7" creationId="{7187544A-52CF-0490-C129-14070B0D44F0}"/>
          </ac:spMkLst>
        </pc:spChg>
        <pc:spChg chg="add mod">
          <ac:chgData name="Asif Raza" userId="c95e8c703edac367" providerId="LiveId" clId="{92EF7571-1268-4426-B6B7-5E97D08F0973}" dt="2026-04-19T06:01:11.165" v="133" actId="1076"/>
          <ac:spMkLst>
            <pc:docMk/>
            <pc:sldMk cId="2471807738" sldId="256"/>
            <ac:spMk id="8" creationId="{97677656-92D7-808C-C2B5-24D294FF37C9}"/>
          </ac:spMkLst>
        </pc:spChg>
        <pc:spChg chg="add mod">
          <ac:chgData name="Asif Raza" userId="c95e8c703edac367" providerId="LiveId" clId="{92EF7571-1268-4426-B6B7-5E97D08F0973}" dt="2026-04-19T05:58:54.108" v="128" actId="1076"/>
          <ac:spMkLst>
            <pc:docMk/>
            <pc:sldMk cId="2471807738" sldId="256"/>
            <ac:spMk id="9" creationId="{330A1C26-71AF-C5F7-2335-6B529BAD73FB}"/>
          </ac:spMkLst>
        </pc:spChg>
        <pc:picChg chg="del">
          <ac:chgData name="Asif Raza" userId="c95e8c703edac367" providerId="LiveId" clId="{92EF7571-1268-4426-B6B7-5E97D08F0973}" dt="2026-04-19T05:52:51.254" v="91" actId="478"/>
          <ac:picMkLst>
            <pc:docMk/>
            <pc:sldMk cId="2471807738" sldId="256"/>
            <ac:picMk id="4" creationId="{00000000-0000-0000-0000-000000000000}"/>
          </ac:picMkLst>
        </pc:picChg>
        <pc:cxnChg chg="add mod">
          <ac:chgData name="Asif Raza" userId="c95e8c703edac367" providerId="LiveId" clId="{92EF7571-1268-4426-B6B7-5E97D08F0973}" dt="2026-04-19T06:04:27.695" v="195" actId="692"/>
          <ac:cxnSpMkLst>
            <pc:docMk/>
            <pc:sldMk cId="2471807738" sldId="256"/>
            <ac:cxnSpMk id="11" creationId="{79CA3407-3267-5730-E622-ACAC44D3C245}"/>
          </ac:cxnSpMkLst>
        </pc:cxnChg>
      </pc:sldChg>
      <pc:sldChg chg="modSp">
        <pc:chgData name="Asif Raza" userId="c95e8c703edac367" providerId="LiveId" clId="{92EF7571-1268-4426-B6B7-5E97D08F0973}" dt="2026-04-19T06:01:01.897" v="132"/>
        <pc:sldMkLst>
          <pc:docMk/>
          <pc:sldMk cId="1328676004" sldId="257"/>
        </pc:sldMkLst>
        <pc:spChg chg="mod">
          <ac:chgData name="Asif Raza" userId="c95e8c703edac367" providerId="LiveId" clId="{92EF7571-1268-4426-B6B7-5E97D08F0973}" dt="2026-04-19T06:01:01.897" v="132"/>
          <ac:spMkLst>
            <pc:docMk/>
            <pc:sldMk cId="1328676004" sldId="257"/>
            <ac:spMk id="2" creationId="{00000000-0000-0000-0000-000000000000}"/>
          </ac:spMkLst>
        </pc:spChg>
      </pc:sldChg>
      <pc:sldChg chg="addSp delSp modSp mod setBg">
        <pc:chgData name="Asif Raza" userId="c95e8c703edac367" providerId="LiveId" clId="{92EF7571-1268-4426-B6B7-5E97D08F0973}" dt="2026-04-19T07:17:43.411" v="1196" actId="1076"/>
        <pc:sldMkLst>
          <pc:docMk/>
          <pc:sldMk cId="3457616166" sldId="271"/>
        </pc:sldMkLst>
        <pc:spChg chg="add">
          <ac:chgData name="Asif Raza" userId="c95e8c703edac367" providerId="LiveId" clId="{92EF7571-1268-4426-B6B7-5E97D08F0973}" dt="2026-04-19T06:43:03.495" v="445"/>
          <ac:spMkLst>
            <pc:docMk/>
            <pc:sldMk cId="3457616166" sldId="271"/>
            <ac:spMk id="2" creationId="{8E0DE901-E04D-23F2-0B4D-64A58E93DCCC}"/>
          </ac:spMkLst>
        </pc:spChg>
        <pc:spChg chg="add">
          <ac:chgData name="Asif Raza" userId="c95e8c703edac367" providerId="LiveId" clId="{92EF7571-1268-4426-B6B7-5E97D08F0973}" dt="2026-04-19T06:43:10.832" v="446"/>
          <ac:spMkLst>
            <pc:docMk/>
            <pc:sldMk cId="3457616166" sldId="271"/>
            <ac:spMk id="3" creationId="{07528C56-C3C6-131F-3C78-85FE7D2263D1}"/>
          </ac:spMkLst>
        </pc:spChg>
        <pc:spChg chg="add del mod">
          <ac:chgData name="Asif Raza" userId="c95e8c703edac367" providerId="LiveId" clId="{92EF7571-1268-4426-B6B7-5E97D08F0973}" dt="2026-04-19T06:44:20.582" v="617" actId="478"/>
          <ac:spMkLst>
            <pc:docMk/>
            <pc:sldMk cId="3457616166" sldId="271"/>
            <ac:spMk id="4" creationId="{949235F7-FDF3-E121-AD55-3E8C7FAF1D29}"/>
          </ac:spMkLst>
        </pc:spChg>
        <pc:spChg chg="add mod">
          <ac:chgData name="Asif Raza" userId="c95e8c703edac367" providerId="LiveId" clId="{92EF7571-1268-4426-B6B7-5E97D08F0973}" dt="2026-04-19T07:17:43.411" v="1196" actId="1076"/>
          <ac:spMkLst>
            <pc:docMk/>
            <pc:sldMk cId="3457616166" sldId="271"/>
            <ac:spMk id="6" creationId="{6EB9E2A2-5FA0-2CE5-95B4-275FEAB0BFAD}"/>
          </ac:spMkLst>
        </pc:spChg>
        <pc:spChg chg="add">
          <ac:chgData name="Asif Raza" userId="c95e8c703edac367" providerId="LiveId" clId="{92EF7571-1268-4426-B6B7-5E97D08F0973}" dt="2026-04-19T06:44:36.402" v="635"/>
          <ac:spMkLst>
            <pc:docMk/>
            <pc:sldMk cId="3457616166" sldId="271"/>
            <ac:spMk id="7" creationId="{606C0260-8404-3FCE-1885-1AC22F1C54FC}"/>
          </ac:spMkLst>
        </pc:spChg>
        <pc:spChg chg="mod">
          <ac:chgData name="Asif Raza" userId="c95e8c703edac367" providerId="LiveId" clId="{92EF7571-1268-4426-B6B7-5E97D08F0973}" dt="2026-04-19T06:08:41.560" v="252" actId="20577"/>
          <ac:spMkLst>
            <pc:docMk/>
            <pc:sldMk cId="3457616166" sldId="271"/>
            <ac:spMk id="8" creationId="{00000000-0000-0000-0000-000000000000}"/>
          </ac:spMkLst>
        </pc:spChg>
        <pc:spChg chg="add">
          <ac:chgData name="Asif Raza" userId="c95e8c703edac367" providerId="LiveId" clId="{92EF7571-1268-4426-B6B7-5E97D08F0973}" dt="2026-04-19T06:45:26.229" v="682"/>
          <ac:spMkLst>
            <pc:docMk/>
            <pc:sldMk cId="3457616166" sldId="271"/>
            <ac:spMk id="9" creationId="{B75A52E6-1186-AC54-E858-EF547A174C39}"/>
          </ac:spMkLst>
        </pc:spChg>
        <pc:spChg chg="add mod">
          <ac:chgData name="Asif Raza" userId="c95e8c703edac367" providerId="LiveId" clId="{92EF7571-1268-4426-B6B7-5E97D08F0973}" dt="2026-04-19T07:02:06.898" v="768" actId="1076"/>
          <ac:spMkLst>
            <pc:docMk/>
            <pc:sldMk cId="3457616166" sldId="271"/>
            <ac:spMk id="14" creationId="{C6BF45A0-3B67-AFBA-32BB-8D9B6EE554AF}"/>
          </ac:spMkLst>
        </pc:spChg>
        <pc:spChg chg="mod">
          <ac:chgData name="Asif Raza" userId="c95e8c703edac367" providerId="LiveId" clId="{92EF7571-1268-4426-B6B7-5E97D08F0973}" dt="2026-04-19T06:43:24.055" v="613" actId="20577"/>
          <ac:spMkLst>
            <pc:docMk/>
            <pc:sldMk cId="3457616166" sldId="271"/>
            <ac:spMk id="38" creationId="{00000000-0000-0000-0000-000000000000}"/>
          </ac:spMkLst>
        </pc:spChg>
        <pc:picChg chg="del mod">
          <ac:chgData name="Asif Raza" userId="c95e8c703edac367" providerId="LiveId" clId="{92EF7571-1268-4426-B6B7-5E97D08F0973}" dt="2026-04-19T07:01:06.806" v="761" actId="478"/>
          <ac:picMkLst>
            <pc:docMk/>
            <pc:sldMk cId="3457616166" sldId="271"/>
            <ac:picMk id="5" creationId="{00000000-0000-0000-0000-000000000000}"/>
          </ac:picMkLst>
        </pc:picChg>
        <pc:picChg chg="add del mod">
          <ac:chgData name="Asif Raza" userId="c95e8c703edac367" providerId="LiveId" clId="{92EF7571-1268-4426-B6B7-5E97D08F0973}" dt="2026-04-19T06:57:13.635" v="712" actId="478"/>
          <ac:picMkLst>
            <pc:docMk/>
            <pc:sldMk cId="3457616166" sldId="271"/>
            <ac:picMk id="11" creationId="{61F0982F-AED5-A58A-BFEF-D14A2D333211}"/>
          </ac:picMkLst>
        </pc:picChg>
        <pc:picChg chg="add mod">
          <ac:chgData name="Asif Raza" userId="c95e8c703edac367" providerId="LiveId" clId="{92EF7571-1268-4426-B6B7-5E97D08F0973}" dt="2026-04-19T07:03:55.736" v="971" actId="207"/>
          <ac:picMkLst>
            <pc:docMk/>
            <pc:sldMk cId="3457616166" sldId="271"/>
            <ac:picMk id="13" creationId="{4C8758A7-F156-503F-5A36-6C38CBD4C83D}"/>
          </ac:picMkLst>
        </pc:picChg>
      </pc:sldChg>
      <pc:sldChg chg="modSp">
        <pc:chgData name="Asif Raza" userId="c95e8c703edac367" providerId="LiveId" clId="{92EF7571-1268-4426-B6B7-5E97D08F0973}" dt="2026-04-19T06:01:01.897" v="132"/>
        <pc:sldMkLst>
          <pc:docMk/>
          <pc:sldMk cId="727668169" sldId="275"/>
        </pc:sldMkLst>
        <pc:spChg chg="mod">
          <ac:chgData name="Asif Raza" userId="c95e8c703edac367" providerId="LiveId" clId="{92EF7571-1268-4426-B6B7-5E97D08F0973}" dt="2026-04-19T06:01:01.897" v="132"/>
          <ac:spMkLst>
            <pc:docMk/>
            <pc:sldMk cId="727668169" sldId="275"/>
            <ac:spMk id="6" creationId="{00000000-0000-0000-0000-000000000000}"/>
          </ac:spMkLst>
        </pc:spChg>
      </pc:sldChg>
      <pc:sldChg chg="modSp">
        <pc:chgData name="Asif Raza" userId="c95e8c703edac367" providerId="LiveId" clId="{92EF7571-1268-4426-B6B7-5E97D08F0973}" dt="2026-04-19T06:01:01.897" v="132"/>
        <pc:sldMkLst>
          <pc:docMk/>
          <pc:sldMk cId="1769326051" sldId="276"/>
        </pc:sldMkLst>
        <pc:spChg chg="mod">
          <ac:chgData name="Asif Raza" userId="c95e8c703edac367" providerId="LiveId" clId="{92EF7571-1268-4426-B6B7-5E97D08F0973}" dt="2026-04-19T06:01:01.897" v="132"/>
          <ac:spMkLst>
            <pc:docMk/>
            <pc:sldMk cId="1769326051" sldId="276"/>
            <ac:spMk id="8" creationId="{00000000-0000-0000-0000-000000000000}"/>
          </ac:spMkLst>
        </pc:spChg>
      </pc:sldChg>
      <pc:sldChg chg="addSp delSp modSp mod ord">
        <pc:chgData name="Asif Raza" userId="c95e8c703edac367" providerId="LiveId" clId="{92EF7571-1268-4426-B6B7-5E97D08F0973}" dt="2026-04-19T07:14:58.988" v="1118" actId="20577"/>
        <pc:sldMkLst>
          <pc:docMk/>
          <pc:sldMk cId="1107001750" sldId="279"/>
        </pc:sldMkLst>
        <pc:spChg chg="add mod">
          <ac:chgData name="Asif Raza" userId="c95e8c703edac367" providerId="LiveId" clId="{92EF7571-1268-4426-B6B7-5E97D08F0973}" dt="2026-04-19T06:52:28.487" v="709" actId="1076"/>
          <ac:spMkLst>
            <pc:docMk/>
            <pc:sldMk cId="1107001750" sldId="279"/>
            <ac:spMk id="2" creationId="{5EA41786-D955-ED95-B0DA-0387BD9F84F7}"/>
          </ac:spMkLst>
        </pc:spChg>
        <pc:spChg chg="add mod">
          <ac:chgData name="Asif Raza" userId="c95e8c703edac367" providerId="LiveId" clId="{92EF7571-1268-4426-B6B7-5E97D08F0973}" dt="2026-04-19T06:52:18.718" v="708" actId="14100"/>
          <ac:spMkLst>
            <pc:docMk/>
            <pc:sldMk cId="1107001750" sldId="279"/>
            <ac:spMk id="3" creationId="{523C4803-CFED-C5C1-002B-1F72CCA70B15}"/>
          </ac:spMkLst>
        </pc:spChg>
        <pc:spChg chg="mod">
          <ac:chgData name="Asif Raza" userId="c95e8c703edac367" providerId="LiveId" clId="{92EF7571-1268-4426-B6B7-5E97D08F0973}" dt="2026-04-19T06:21:05.383" v="293" actId="20577"/>
          <ac:spMkLst>
            <pc:docMk/>
            <pc:sldMk cId="1107001750" sldId="279"/>
            <ac:spMk id="4" creationId="{00000000-0000-0000-0000-000000000000}"/>
          </ac:spMkLst>
        </pc:spChg>
        <pc:spChg chg="add del">
          <ac:chgData name="Asif Raza" userId="c95e8c703edac367" providerId="LiveId" clId="{92EF7571-1268-4426-B6B7-5E97D08F0973}" dt="2026-04-19T07:12:19.684" v="1080" actId="478"/>
          <ac:spMkLst>
            <pc:docMk/>
            <pc:sldMk cId="1107001750" sldId="279"/>
            <ac:spMk id="6" creationId="{39381C64-CBA8-817F-2398-882AE845F2B4}"/>
          </ac:spMkLst>
        </pc:spChg>
        <pc:spChg chg="mod">
          <ac:chgData name="Asif Raza" userId="c95e8c703edac367" providerId="LiveId" clId="{92EF7571-1268-4426-B6B7-5E97D08F0973}" dt="2026-04-19T07:12:26.872" v="1081"/>
          <ac:spMkLst>
            <pc:docMk/>
            <pc:sldMk cId="1107001750" sldId="279"/>
            <ac:spMk id="8" creationId="{4B360251-8D47-116B-BE1D-CC520D2B217C}"/>
          </ac:spMkLst>
        </pc:spChg>
        <pc:spChg chg="mod">
          <ac:chgData name="Asif Raza" userId="c95e8c703edac367" providerId="LiveId" clId="{92EF7571-1268-4426-B6B7-5E97D08F0973}" dt="2026-04-19T07:12:26.872" v="1081"/>
          <ac:spMkLst>
            <pc:docMk/>
            <pc:sldMk cId="1107001750" sldId="279"/>
            <ac:spMk id="9" creationId="{14F50469-F331-D4A6-4A13-99979C19FE6B}"/>
          </ac:spMkLst>
        </pc:spChg>
        <pc:spChg chg="add mod">
          <ac:chgData name="Asif Raza" userId="c95e8c703edac367" providerId="LiveId" clId="{92EF7571-1268-4426-B6B7-5E97D08F0973}" dt="2026-04-19T07:14:32.045" v="1116" actId="404"/>
          <ac:spMkLst>
            <pc:docMk/>
            <pc:sldMk cId="1107001750" sldId="279"/>
            <ac:spMk id="10" creationId="{E4FCAEA7-F4BD-DF7D-96B6-8E35D78C57E5}"/>
          </ac:spMkLst>
        </pc:spChg>
        <pc:spChg chg="mod">
          <ac:chgData name="Asif Raza" userId="c95e8c703edac367" providerId="LiveId" clId="{92EF7571-1268-4426-B6B7-5E97D08F0973}" dt="2026-04-19T07:14:26.480" v="1115" actId="113"/>
          <ac:spMkLst>
            <pc:docMk/>
            <pc:sldMk cId="1107001750" sldId="279"/>
            <ac:spMk id="21" creationId="{00000000-0000-0000-0000-000000000000}"/>
          </ac:spMkLst>
        </pc:spChg>
        <pc:spChg chg="del mod">
          <ac:chgData name="Asif Raza" userId="c95e8c703edac367" providerId="LiveId" clId="{92EF7571-1268-4426-B6B7-5E97D08F0973}" dt="2026-04-19T06:26:46.661" v="298" actId="478"/>
          <ac:spMkLst>
            <pc:docMk/>
            <pc:sldMk cId="1107001750" sldId="279"/>
            <ac:spMk id="25" creationId="{00000000-0000-0000-0000-000000000000}"/>
          </ac:spMkLst>
        </pc:spChg>
        <pc:spChg chg="mod">
          <ac:chgData name="Asif Raza" userId="c95e8c703edac367" providerId="LiveId" clId="{92EF7571-1268-4426-B6B7-5E97D08F0973}" dt="2026-04-19T07:14:58.988" v="1118" actId="20577"/>
          <ac:spMkLst>
            <pc:docMk/>
            <pc:sldMk cId="1107001750" sldId="279"/>
            <ac:spMk id="30" creationId="{00000000-0000-0000-0000-000000000000}"/>
          </ac:spMkLst>
        </pc:spChg>
        <pc:spChg chg="mod">
          <ac:chgData name="Asif Raza" userId="c95e8c703edac367" providerId="LiveId" clId="{92EF7571-1268-4426-B6B7-5E97D08F0973}" dt="2026-04-19T07:13:00.608" v="1085" actId="1076"/>
          <ac:spMkLst>
            <pc:docMk/>
            <pc:sldMk cId="1107001750" sldId="279"/>
            <ac:spMk id="32" creationId="{00000000-0000-0000-0000-000000000000}"/>
          </ac:spMkLst>
        </pc:spChg>
        <pc:spChg chg="mod">
          <ac:chgData name="Asif Raza" userId="c95e8c703edac367" providerId="LiveId" clId="{92EF7571-1268-4426-B6B7-5E97D08F0973}" dt="2026-04-19T07:11:47.711" v="1078"/>
          <ac:spMkLst>
            <pc:docMk/>
            <pc:sldMk cId="1107001750" sldId="279"/>
            <ac:spMk id="34" creationId="{00000000-0000-0000-0000-000000000000}"/>
          </ac:spMkLst>
        </pc:spChg>
        <pc:spChg chg="mod">
          <ac:chgData name="Asif Raza" userId="c95e8c703edac367" providerId="LiveId" clId="{92EF7571-1268-4426-B6B7-5E97D08F0973}" dt="2026-04-19T07:11:47.711" v="1078"/>
          <ac:spMkLst>
            <pc:docMk/>
            <pc:sldMk cId="1107001750" sldId="279"/>
            <ac:spMk id="35" creationId="{00000000-0000-0000-0000-000000000000}"/>
          </ac:spMkLst>
        </pc:spChg>
        <pc:spChg chg="mod">
          <ac:chgData name="Asif Raza" userId="c95e8c703edac367" providerId="LiveId" clId="{92EF7571-1268-4426-B6B7-5E97D08F0973}" dt="2026-04-19T07:13:27.183" v="1088" actId="1076"/>
          <ac:spMkLst>
            <pc:docMk/>
            <pc:sldMk cId="1107001750" sldId="279"/>
            <ac:spMk id="36" creationId="{00000000-0000-0000-0000-000000000000}"/>
          </ac:spMkLst>
        </pc:spChg>
        <pc:spChg chg="del mod">
          <ac:chgData name="Asif Raza" userId="c95e8c703edac367" providerId="LiveId" clId="{92EF7571-1268-4426-B6B7-5E97D08F0973}" dt="2026-04-19T06:34:50.294" v="415" actId="478"/>
          <ac:spMkLst>
            <pc:docMk/>
            <pc:sldMk cId="1107001750" sldId="279"/>
            <ac:spMk id="40" creationId="{00000000-0000-0000-0000-000000000000}"/>
          </ac:spMkLst>
        </pc:spChg>
        <pc:grpChg chg="add mod">
          <ac:chgData name="Asif Raza" userId="c95e8c703edac367" providerId="LiveId" clId="{92EF7571-1268-4426-B6B7-5E97D08F0973}" dt="2026-04-19T07:13:18.853" v="1087" actId="1076"/>
          <ac:grpSpMkLst>
            <pc:docMk/>
            <pc:sldMk cId="1107001750" sldId="279"/>
            <ac:grpSpMk id="7" creationId="{C04D1557-BA85-2261-030A-2D2086A900F0}"/>
          </ac:grpSpMkLst>
        </pc:grpChg>
        <pc:grpChg chg="mod">
          <ac:chgData name="Asif Raza" userId="c95e8c703edac367" providerId="LiveId" clId="{92EF7571-1268-4426-B6B7-5E97D08F0973}" dt="2026-04-19T07:12:52.571" v="1083" actId="1076"/>
          <ac:grpSpMkLst>
            <pc:docMk/>
            <pc:sldMk cId="1107001750" sldId="279"/>
            <ac:grpSpMk id="22" creationId="{00000000-0000-0000-0000-000000000000}"/>
          </ac:grpSpMkLst>
        </pc:grpChg>
        <pc:grpChg chg="mod">
          <ac:chgData name="Asif Raza" userId="c95e8c703edac367" providerId="LiveId" clId="{92EF7571-1268-4426-B6B7-5E97D08F0973}" dt="2026-04-19T07:13:09.115" v="1086" actId="1076"/>
          <ac:grpSpMkLst>
            <pc:docMk/>
            <pc:sldMk cId="1107001750" sldId="279"/>
            <ac:grpSpMk id="33" creationId="{00000000-0000-0000-0000-000000000000}"/>
          </ac:grpSpMkLst>
        </pc:grpChg>
        <pc:grpChg chg="del">
          <ac:chgData name="Asif Raza" userId="c95e8c703edac367" providerId="LiveId" clId="{92EF7571-1268-4426-B6B7-5E97D08F0973}" dt="2026-04-19T06:34:51.974" v="416" actId="478"/>
          <ac:grpSpMkLst>
            <pc:docMk/>
            <pc:sldMk cId="1107001750" sldId="279"/>
            <ac:grpSpMk id="37" creationId="{00000000-0000-0000-0000-000000000000}"/>
          </ac:grpSpMkLst>
        </pc:grpChg>
        <pc:picChg chg="del">
          <ac:chgData name="Asif Raza" userId="c95e8c703edac367" providerId="LiveId" clId="{92EF7571-1268-4426-B6B7-5E97D08F0973}" dt="2026-04-19T06:37:20.779" v="426" actId="478"/>
          <ac:picMkLst>
            <pc:docMk/>
            <pc:sldMk cId="1107001750" sldId="279"/>
            <ac:picMk id="23" creationId="{00000000-0000-0000-0000-000000000000}"/>
          </ac:picMkLst>
        </pc:picChg>
        <pc:picChg chg="del">
          <ac:chgData name="Asif Raza" userId="c95e8c703edac367" providerId="LiveId" clId="{92EF7571-1268-4426-B6B7-5E97D08F0973}" dt="2026-04-19T06:37:19.733" v="425" actId="478"/>
          <ac:picMkLst>
            <pc:docMk/>
            <pc:sldMk cId="1107001750" sldId="279"/>
            <ac:picMk id="29" creationId="{00000000-0000-0000-0000-000000000000}"/>
          </ac:picMkLst>
        </pc:picChg>
      </pc:sldChg>
      <pc:sldChg chg="modSp">
        <pc:chgData name="Asif Raza" userId="c95e8c703edac367" providerId="LiveId" clId="{92EF7571-1268-4426-B6B7-5E97D08F0973}" dt="2026-04-19T06:01:01.897" v="132"/>
        <pc:sldMkLst>
          <pc:docMk/>
          <pc:sldMk cId="2596833607" sldId="280"/>
        </pc:sldMkLst>
        <pc:spChg chg="mod">
          <ac:chgData name="Asif Raza" userId="c95e8c703edac367" providerId="LiveId" clId="{92EF7571-1268-4426-B6B7-5E97D08F0973}" dt="2026-04-19T06:01:01.897" v="132"/>
          <ac:spMkLst>
            <pc:docMk/>
            <pc:sldMk cId="2596833607" sldId="280"/>
            <ac:spMk id="3" creationId="{00000000-0000-0000-0000-000000000000}"/>
          </ac:spMkLst>
        </pc:spChg>
      </pc:sldChg>
      <pc:sldChg chg="addSp delSp modSp mod delAnim">
        <pc:chgData name="Asif Raza" userId="c95e8c703edac367" providerId="LiveId" clId="{92EF7571-1268-4426-B6B7-5E97D08F0973}" dt="2026-04-19T07:38:10.635" v="1299" actId="1076"/>
        <pc:sldMkLst>
          <pc:docMk/>
          <pc:sldMk cId="958036878" sldId="281"/>
        </pc:sldMkLst>
        <pc:spChg chg="mod">
          <ac:chgData name="Asif Raza" userId="c95e8c703edac367" providerId="LiveId" clId="{92EF7571-1268-4426-B6B7-5E97D08F0973}" dt="2026-04-19T07:34:51.223" v="1285" actId="1076"/>
          <ac:spMkLst>
            <pc:docMk/>
            <pc:sldMk cId="958036878" sldId="281"/>
            <ac:spMk id="3" creationId="{00000000-0000-0000-0000-000000000000}"/>
          </ac:spMkLst>
        </pc:spChg>
        <pc:spChg chg="add del mod">
          <ac:chgData name="Asif Raza" userId="c95e8c703edac367" providerId="LiveId" clId="{92EF7571-1268-4426-B6B7-5E97D08F0973}" dt="2026-04-19T07:22:53.123" v="1244" actId="478"/>
          <ac:spMkLst>
            <pc:docMk/>
            <pc:sldMk cId="958036878" sldId="281"/>
            <ac:spMk id="4" creationId="{C5C999DD-C1F4-929E-8C09-CF50380DD0E1}"/>
          </ac:spMkLst>
        </pc:spChg>
        <pc:spChg chg="mod">
          <ac:chgData name="Asif Raza" userId="c95e8c703edac367" providerId="LiveId" clId="{92EF7571-1268-4426-B6B7-5E97D08F0973}" dt="2026-04-19T07:26:56.807" v="1264" actId="20577"/>
          <ac:spMkLst>
            <pc:docMk/>
            <pc:sldMk cId="958036878" sldId="281"/>
            <ac:spMk id="5" creationId="{00000000-0000-0000-0000-000000000000}"/>
          </ac:spMkLst>
        </pc:spChg>
        <pc:spChg chg="add del mod">
          <ac:chgData name="Asif Raza" userId="c95e8c703edac367" providerId="LiveId" clId="{92EF7571-1268-4426-B6B7-5E97D08F0973}" dt="2026-04-19T07:31:40.851" v="1274" actId="478"/>
          <ac:spMkLst>
            <pc:docMk/>
            <pc:sldMk cId="958036878" sldId="281"/>
            <ac:spMk id="6" creationId="{8B7252FB-E732-1220-2AD6-E4C6782CF4DF}"/>
          </ac:spMkLst>
        </pc:spChg>
        <pc:spChg chg="add">
          <ac:chgData name="Asif Raza" userId="c95e8c703edac367" providerId="LiveId" clId="{92EF7571-1268-4426-B6B7-5E97D08F0973}" dt="2026-04-19T07:31:08.012" v="1266"/>
          <ac:spMkLst>
            <pc:docMk/>
            <pc:sldMk cId="958036878" sldId="281"/>
            <ac:spMk id="8" creationId="{E0D72467-2473-44A8-10D9-51A6AB19CA53}"/>
          </ac:spMkLst>
        </pc:spChg>
        <pc:spChg chg="add del mod">
          <ac:chgData name="Asif Raza" userId="c95e8c703edac367" providerId="LiveId" clId="{92EF7571-1268-4426-B6B7-5E97D08F0973}" dt="2026-04-19T07:32:36.595" v="1276" actId="478"/>
          <ac:spMkLst>
            <pc:docMk/>
            <pc:sldMk cId="958036878" sldId="281"/>
            <ac:spMk id="9" creationId="{EF51C4A4-9DD4-77C8-6830-F73A3FFFE3EA}"/>
          </ac:spMkLst>
        </pc:spChg>
        <pc:spChg chg="add mod">
          <ac:chgData name="Asif Raza" userId="c95e8c703edac367" providerId="LiveId" clId="{92EF7571-1268-4426-B6B7-5E97D08F0973}" dt="2026-04-19T07:34:50.487" v="1284" actId="1076"/>
          <ac:spMkLst>
            <pc:docMk/>
            <pc:sldMk cId="958036878" sldId="281"/>
            <ac:spMk id="10" creationId="{F5FA72BC-67B1-B6AC-CDF2-E47944BA61A7}"/>
          </ac:spMkLst>
        </pc:spChg>
        <pc:spChg chg="add mod">
          <ac:chgData name="Asif Raza" userId="c95e8c703edac367" providerId="LiveId" clId="{92EF7571-1268-4426-B6B7-5E97D08F0973}" dt="2026-04-19T07:36:17.389" v="1297" actId="1076"/>
          <ac:spMkLst>
            <pc:docMk/>
            <pc:sldMk cId="958036878" sldId="281"/>
            <ac:spMk id="11" creationId="{646142CE-3F69-B9C0-0F3F-1DD5A3098E74}"/>
          </ac:spMkLst>
        </pc:spChg>
        <pc:spChg chg="add mod">
          <ac:chgData name="Asif Raza" userId="c95e8c703edac367" providerId="LiveId" clId="{92EF7571-1268-4426-B6B7-5E97D08F0973}" dt="2026-04-19T07:38:10.635" v="1299" actId="1076"/>
          <ac:spMkLst>
            <pc:docMk/>
            <pc:sldMk cId="958036878" sldId="281"/>
            <ac:spMk id="12" creationId="{40049650-2987-BDF9-F18F-2506EF407B0C}"/>
          </ac:spMkLst>
        </pc:spChg>
        <pc:picChg chg="del mod">
          <ac:chgData name="Asif Raza" userId="c95e8c703edac367" providerId="LiveId" clId="{92EF7571-1268-4426-B6B7-5E97D08F0973}" dt="2026-04-19T07:22:19.094" v="1240" actId="478"/>
          <ac:picMkLst>
            <pc:docMk/>
            <pc:sldMk cId="958036878" sldId="281"/>
            <ac:picMk id="7" creationId="{9F029C1A-F15A-44BF-996A-1F59B3110D78}"/>
          </ac:picMkLst>
        </pc:picChg>
      </pc:sldChg>
      <pc:sldChg chg="modSp">
        <pc:chgData name="Asif Raza" userId="c95e8c703edac367" providerId="LiveId" clId="{92EF7571-1268-4426-B6B7-5E97D08F0973}" dt="2026-04-19T06:01:01.897" v="132"/>
        <pc:sldMkLst>
          <pc:docMk/>
          <pc:sldMk cId="893025881" sldId="282"/>
        </pc:sldMkLst>
        <pc:spChg chg="mod">
          <ac:chgData name="Asif Raza" userId="c95e8c703edac367" providerId="LiveId" clId="{92EF7571-1268-4426-B6B7-5E97D08F0973}" dt="2026-04-19T06:01:01.897" v="132"/>
          <ac:spMkLst>
            <pc:docMk/>
            <pc:sldMk cId="893025881" sldId="282"/>
            <ac:spMk id="10" creationId="{00000000-0000-0000-0000-000000000000}"/>
          </ac:spMkLst>
        </pc:spChg>
      </pc:sldChg>
      <pc:sldChg chg="modSp">
        <pc:chgData name="Asif Raza" userId="c95e8c703edac367" providerId="LiveId" clId="{92EF7571-1268-4426-B6B7-5E97D08F0973}" dt="2026-04-19T06:01:01.897" v="132"/>
        <pc:sldMkLst>
          <pc:docMk/>
          <pc:sldMk cId="274671222" sldId="283"/>
        </pc:sldMkLst>
        <pc:spChg chg="mod">
          <ac:chgData name="Asif Raza" userId="c95e8c703edac367" providerId="LiveId" clId="{92EF7571-1268-4426-B6B7-5E97D08F0973}" dt="2026-04-19T06:01:01.897" v="132"/>
          <ac:spMkLst>
            <pc:docMk/>
            <pc:sldMk cId="274671222" sldId="283"/>
            <ac:spMk id="2" creationId="{4172D2F8-4726-E3D3-EC6E-B6C23016D13D}"/>
          </ac:spMkLst>
        </pc:spChg>
        <pc:spChg chg="mod">
          <ac:chgData name="Asif Raza" userId="c95e8c703edac367" providerId="LiveId" clId="{92EF7571-1268-4426-B6B7-5E97D08F0973}" dt="2026-04-19T06:01:01.897" v="132"/>
          <ac:spMkLst>
            <pc:docMk/>
            <pc:sldMk cId="274671222" sldId="283"/>
            <ac:spMk id="3" creationId="{0B7E0874-F7BE-CAA3-5AD6-A8C7A90936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F4AE-FC55-EB7E-91B4-B0988C20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7439F-3DA6-EFDC-7807-027E4FD9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87AF0-99C0-3276-776E-8F95AA64D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27F7C-EA3F-0988-F8CC-F5ED21D7C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12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479D-63E4-AB70-C906-3A5453CA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A62BB-6D4D-A6DF-5864-DD99F09AB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DE034-0186-2D22-F194-66969609E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2B69E-A98D-E3DE-5B54-897AFF168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776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1FF0-B78F-4D6B-619E-F84044DE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B25E5-B3F0-1B8D-ED26-DFDA2921A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D294D-D678-8C54-5266-69EFA7EBD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070DF-3C1C-B303-1E2D-76A043F13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04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1693-7A2F-C86B-7A8D-7F75B158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B33D9-A16D-D86F-B0D8-0460EC0EE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19DB8-EA11-609B-C4A9-8C7D5BE01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40897-1A15-2264-EEE1-F99736437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9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D9ED6-98B6-D87E-37AC-9D42056C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E059C-F22F-EC24-6C93-3E97F02F9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12A85-2B88-CF46-68A6-54D65D89B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C642-6D27-9238-4CD3-167B16920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32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EB82-9AD6-4211-DE6A-1E9CD1EA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E36A9-C77C-2EB0-71E9-11FF1D060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B814A-EC12-30FC-8332-0763DA089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8A9F6-5ECD-0C38-9BF9-80E54003D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854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C734-BA83-8F87-239C-78C25259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5998F-5FAE-8BCA-A875-9ECBE9A3B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90C2A-210F-4396-7D71-CB0CDC53C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BA8D7-3C65-F785-BB9B-1518F7D9B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00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BE37-1108-5FEB-BFDB-42E08E1F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4AD42-4D25-7EF1-5398-1AED0C029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2C612-56C9-3FAC-DAA6-7A6EFBE91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60DB4-8BDA-42F6-F5E2-AE6EF6632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43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52C6-B92F-34A2-DC30-75EC1438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703CA-7933-9C94-37B2-96D80FD53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AFEC5-BFA5-800D-B6E9-074971692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1154D-8CFE-5FD6-82FD-720E2AD5D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026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2D3A-094A-8A4F-EB68-C5639B15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ECDAA-F143-9A17-DC5F-498BA20ED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7F675-3102-D4E7-5055-915A9A15E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B820E-92CF-F4AE-EE89-7A47C8828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95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3935" y="1134827"/>
            <a:ext cx="7430729" cy="1126592"/>
          </a:xfrm>
        </p:spPr>
        <p:txBody>
          <a:bodyPr anchor="ctr" anchorCtr="0">
            <a:normAutofit/>
          </a:bodyPr>
          <a:lstStyle/>
          <a:p>
            <a:r>
              <a:rPr lang="en-IN" sz="4800" dirty="0"/>
              <a:t>Adhoc Request 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102180" y="2795453"/>
            <a:ext cx="9582736" cy="3094067"/>
          </a:xfrm>
        </p:spPr>
        <p:txBody>
          <a:bodyPr>
            <a:normAutofit fontScale="32500" lnSpcReduction="20000"/>
          </a:bodyPr>
          <a:lstStyle/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7200" dirty="0"/>
              <a:t>Welcome to the </a:t>
            </a:r>
            <a:r>
              <a:rPr lang="en-US" sz="7200" b="1" dirty="0"/>
              <a:t>Atliq Technologies Adhoc Request Analysis Project</a:t>
            </a:r>
            <a:r>
              <a:rPr lang="en-US" sz="7200" dirty="0"/>
              <a:t>, developed as part of the Codebasics program.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7200" b="1" dirty="0" err="1"/>
              <a:t>Atliq</a:t>
            </a:r>
            <a:r>
              <a:rPr lang="en-US" sz="7200" b="1" dirty="0"/>
              <a:t> </a:t>
            </a:r>
            <a:r>
              <a:rPr lang="en-US" sz="7200" b="1" dirty="0" err="1"/>
              <a:t>Hardwares</a:t>
            </a:r>
            <a:r>
              <a:rPr lang="en-US" sz="7200" b="1" dirty="0"/>
              <a:t> </a:t>
            </a:r>
            <a:r>
              <a:rPr lang="en-US" sz="7200" dirty="0"/>
              <a:t>is one of the leading computer </a:t>
            </a:r>
            <a:r>
              <a:rPr lang="en-US" sz="7200" b="1" dirty="0"/>
              <a:t>Hardware</a:t>
            </a:r>
            <a:r>
              <a:rPr lang="en-US" sz="7200" dirty="0"/>
              <a:t> companies in India, with a rapidly growing global presence.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F6491-6DC5-7920-8D30-8069A7CFBDC1}"/>
              </a:ext>
            </a:extLst>
          </p:cNvPr>
          <p:cNvSpPr txBox="1"/>
          <p:nvPr/>
        </p:nvSpPr>
        <p:spPr>
          <a:xfrm>
            <a:off x="8053367" y="6111253"/>
            <a:ext cx="4955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Presented by:</a:t>
            </a:r>
            <a:r>
              <a:rPr lang="en-IN" sz="1600" dirty="0"/>
              <a:t> </a:t>
            </a:r>
            <a:r>
              <a:rPr lang="en-IN" sz="1600" i="1" dirty="0"/>
              <a:t> ASIF RAZA</a:t>
            </a:r>
            <a:endParaRPr lang="en-IN" sz="1600" dirty="0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97677656-92D7-808C-C2B5-24D294FF37C9}"/>
              </a:ext>
            </a:extLst>
          </p:cNvPr>
          <p:cNvSpPr/>
          <p:nvPr/>
        </p:nvSpPr>
        <p:spPr>
          <a:xfrm>
            <a:off x="10134310" y="485823"/>
            <a:ext cx="1137336" cy="97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330A1C26-71AF-C5F7-2335-6B529BAD73FB}"/>
              </a:ext>
            </a:extLst>
          </p:cNvPr>
          <p:cNvSpPr/>
          <p:nvPr/>
        </p:nvSpPr>
        <p:spPr>
          <a:xfrm>
            <a:off x="631723" y="485823"/>
            <a:ext cx="989343" cy="895324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CA3407-3267-5730-E622-ACAC44D3C245}"/>
              </a:ext>
            </a:extLst>
          </p:cNvPr>
          <p:cNvCxnSpPr/>
          <p:nvPr/>
        </p:nvCxnSpPr>
        <p:spPr>
          <a:xfrm>
            <a:off x="462116" y="2261419"/>
            <a:ext cx="11415252" cy="0"/>
          </a:xfrm>
          <a:prstGeom prst="line">
            <a:avLst/>
          </a:prstGeom>
          <a:ln w="22225">
            <a:solidFill>
              <a:srgbClr val="DD462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86678" y="521109"/>
            <a:ext cx="6877119" cy="1019455"/>
          </a:xfrm>
        </p:spPr>
        <p:txBody>
          <a:bodyPr>
            <a:normAutofit/>
          </a:bodyPr>
          <a:lstStyle/>
          <a:p>
            <a:r>
              <a:rPr lang="en-US" spc="324" dirty="0">
                <a:solidFill>
                  <a:srgbClr val="E56C37"/>
                </a:solidFill>
                <a:latin typeface="Gotham Bold"/>
              </a:rPr>
              <a:t>PROBLEM STATEMENT</a:t>
            </a:r>
            <a:br>
              <a:rPr lang="en-US" spc="324" dirty="0">
                <a:solidFill>
                  <a:srgbClr val="E56C37"/>
                </a:solidFill>
                <a:latin typeface="Gotham Bold"/>
              </a:rPr>
            </a:b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31450" y="1717040"/>
            <a:ext cx="8297590" cy="13716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endParaRPr lang="en-US" sz="1600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</a:pPr>
            <a:endParaRPr lang="en-US" sz="1800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142CE-3F69-B9C0-0F3F-1DD5A3098E74}"/>
              </a:ext>
            </a:extLst>
          </p:cNvPr>
          <p:cNvSpPr txBox="1"/>
          <p:nvPr/>
        </p:nvSpPr>
        <p:spPr>
          <a:xfrm>
            <a:off x="701040" y="1967284"/>
            <a:ext cx="10292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management faced challenges in obtaining sufficient insights for quick decision-making.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To address this, a project was initiated covering 10 business-driven ad hoc requests in the consumer domain.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objective is to transform raw data into meaningful and actionable insights to support effective business decisions.</a:t>
            </a:r>
          </a:p>
          <a:p>
            <a:endParaRPr lang="en-IN" dirty="0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40049650-2987-BDF9-F18F-2506EF407B0C}"/>
              </a:ext>
            </a:extLst>
          </p:cNvPr>
          <p:cNvSpPr/>
          <p:nvPr/>
        </p:nvSpPr>
        <p:spPr>
          <a:xfrm>
            <a:off x="4572820" y="4525852"/>
            <a:ext cx="2063954" cy="1461993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Freeform 19">
            <a:extLst>
              <a:ext uri="{FF2B5EF4-FFF2-40B4-BE49-F238E27FC236}">
                <a16:creationId xmlns:a16="http://schemas.microsoft.com/office/drawing/2014/main" id="{94B23BC3-5766-8E00-D4FA-7A15C998A24C}"/>
              </a:ext>
            </a:extLst>
          </p:cNvPr>
          <p:cNvSpPr/>
          <p:nvPr/>
        </p:nvSpPr>
        <p:spPr>
          <a:xfrm>
            <a:off x="10117394" y="344129"/>
            <a:ext cx="983226" cy="68607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B58C2-F3D6-BED9-6FC4-1DE169F6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9">
            <a:extLst>
              <a:ext uri="{FF2B5EF4-FFF2-40B4-BE49-F238E27FC236}">
                <a16:creationId xmlns:a16="http://schemas.microsoft.com/office/drawing/2014/main" id="{23744876-02FC-2287-9C31-9E33EC88BB84}"/>
              </a:ext>
            </a:extLst>
          </p:cNvPr>
          <p:cNvSpPr/>
          <p:nvPr/>
        </p:nvSpPr>
        <p:spPr>
          <a:xfrm>
            <a:off x="11396718" y="128016"/>
            <a:ext cx="548148" cy="64008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35E155D-0B4F-23C2-2FDC-5FCF429FA894}"/>
              </a:ext>
            </a:extLst>
          </p:cNvPr>
          <p:cNvSpPr/>
          <p:nvPr/>
        </p:nvSpPr>
        <p:spPr>
          <a:xfrm>
            <a:off x="141339" y="0"/>
            <a:ext cx="764458" cy="723545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B1A1C-6DA3-DD36-4D5F-3E1BEA6F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24" y="618089"/>
            <a:ext cx="9582736" cy="932885"/>
          </a:xfrm>
        </p:spPr>
        <p:txBody>
          <a:bodyPr>
            <a:normAutofit fontScale="90000"/>
          </a:bodyPr>
          <a:lstStyle/>
          <a:p>
            <a:r>
              <a:rPr lang="en-US" dirty="0"/>
              <a:t>     Provide the list of markets in which customer  "</a:t>
            </a:r>
            <a:r>
              <a:rPr lang="en-US" dirty="0" err="1"/>
              <a:t>Atliq</a:t>
            </a:r>
            <a:r>
              <a:rPr lang="en-US" dirty="0"/>
              <a:t>  Exclusive"               	operates its business in the  APAC  region.</a:t>
            </a:r>
            <a:endParaRPr lang="en-IN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6A332E18-400F-6B4F-19A9-D37BB253B061}"/>
              </a:ext>
            </a:extLst>
          </p:cNvPr>
          <p:cNvGrpSpPr/>
          <p:nvPr/>
        </p:nvGrpSpPr>
        <p:grpSpPr bwMode="blackWhite">
          <a:xfrm>
            <a:off x="905797" y="689721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14D9E00C-8F9B-5E64-2A1A-EF227708258B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194E6647-EA7E-CCD8-B187-58BF391A1C91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092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896522A-553A-132A-DC5A-3A7FA6F79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463" y="2940959"/>
            <a:ext cx="8039797" cy="2667231"/>
          </a:xfrm>
          <a:prstGeom prst="rect">
            <a:avLst/>
          </a:prstGeom>
        </p:spPr>
      </p:pic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A8B6B32E-D4E9-2252-BB24-66C5B404EB80}"/>
              </a:ext>
            </a:extLst>
          </p:cNvPr>
          <p:cNvSpPr/>
          <p:nvPr/>
        </p:nvSpPr>
        <p:spPr>
          <a:xfrm>
            <a:off x="876940" y="1986116"/>
            <a:ext cx="764458" cy="1578635"/>
          </a:xfrm>
          <a:prstGeom prst="curved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FCD94-14DD-DBCD-3D1F-E506695F6159}"/>
              </a:ext>
            </a:extLst>
          </p:cNvPr>
          <p:cNvSpPr txBox="1"/>
          <p:nvPr/>
        </p:nvSpPr>
        <p:spPr>
          <a:xfrm>
            <a:off x="1704463" y="5756786"/>
            <a:ext cx="8485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Insights </a:t>
            </a:r>
            <a:r>
              <a:rPr lang="en-IN" dirty="0"/>
              <a:t>:- </a:t>
            </a:r>
            <a:r>
              <a:rPr lang="en-US" sz="1400" i="1" dirty="0" err="1"/>
              <a:t>Atliq</a:t>
            </a:r>
            <a:r>
              <a:rPr lang="en-US" sz="1400" i="1" dirty="0"/>
              <a:t> Exclusive</a:t>
            </a:r>
            <a:r>
              <a:rPr lang="en-US" sz="1400" dirty="0"/>
              <a:t> operates in </a:t>
            </a:r>
            <a:r>
              <a:rPr lang="en-US" sz="1400" b="1" dirty="0"/>
              <a:t>8 APAC markets</a:t>
            </a:r>
            <a:r>
              <a:rPr lang="en-US" sz="1400" dirty="0"/>
              <a:t>, with </a:t>
            </a:r>
            <a:r>
              <a:rPr lang="en-US" sz="1400" b="1" dirty="0">
                <a:highlight>
                  <a:srgbClr val="FFFF00"/>
                </a:highlight>
              </a:rPr>
              <a:t>India having the highest presence </a:t>
            </a:r>
            <a:r>
              <a:rPr lang="en-US" sz="1400" b="1" dirty="0"/>
              <a:t>(2 customers)</a:t>
            </a:r>
            <a:r>
              <a:rPr lang="en-US" sz="1400" dirty="0"/>
              <a:t>, while other markets have </a:t>
            </a:r>
            <a:r>
              <a:rPr lang="en-US" sz="1400" b="1" dirty="0"/>
              <a:t>1 customer each</a:t>
            </a:r>
            <a:r>
              <a:rPr lang="en-US" sz="1400" dirty="0"/>
              <a:t>, showing a </a:t>
            </a:r>
            <a:r>
              <a:rPr lang="en-US" sz="1400" b="1" dirty="0"/>
              <a:t>higher concentration in India</a:t>
            </a:r>
            <a:r>
              <a:rPr lang="en-US" sz="1400" dirty="0"/>
              <a:t>.</a:t>
            </a:r>
            <a:endParaRPr lang="en-IN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68F229-D8A1-AE0C-5FE6-DAB6DC6BD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737" y="1550974"/>
            <a:ext cx="4588147" cy="136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0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7BDD0-DC26-AC11-DEE7-46FA04B8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C90586-7070-A46D-CFC2-59D21620A93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35414" y="5139633"/>
            <a:ext cx="9280115" cy="1115766"/>
          </a:xfrm>
        </p:spPr>
        <p:txBody>
          <a:bodyPr>
            <a:normAutofit/>
          </a:bodyPr>
          <a:lstStyle/>
          <a:p>
            <a:r>
              <a:rPr lang="en-IN" sz="1600" b="1" dirty="0"/>
              <a:t>Key Insights :- </a:t>
            </a:r>
            <a:r>
              <a:rPr lang="en-US" sz="1600" dirty="0"/>
              <a:t>Unique products increased from </a:t>
            </a:r>
            <a:r>
              <a:rPr lang="en-US" sz="1600" b="1" dirty="0">
                <a:highlight>
                  <a:srgbClr val="FFFF00"/>
                </a:highlight>
              </a:rPr>
              <a:t>245</a:t>
            </a:r>
            <a:r>
              <a:rPr lang="en-US" sz="1600" b="1" dirty="0"/>
              <a:t> (2020)</a:t>
            </a:r>
            <a:r>
              <a:rPr lang="en-US" sz="1600" dirty="0"/>
              <a:t> to </a:t>
            </a:r>
            <a:r>
              <a:rPr lang="en-US" sz="1600" b="1" dirty="0">
                <a:highlight>
                  <a:srgbClr val="FFFF00"/>
                </a:highlight>
              </a:rPr>
              <a:t>334</a:t>
            </a:r>
            <a:r>
              <a:rPr lang="en-US" sz="1600" b="1" dirty="0"/>
              <a:t> (2021)</a:t>
            </a:r>
            <a:r>
              <a:rPr lang="en-US" sz="1600" dirty="0"/>
              <a:t>, showing a </a:t>
            </a:r>
            <a:r>
              <a:rPr lang="en-US" sz="1600" b="1" dirty="0">
                <a:highlight>
                  <a:srgbClr val="00FF00"/>
                </a:highlight>
              </a:rPr>
              <a:t>36.33%</a:t>
            </a:r>
            <a:r>
              <a:rPr lang="en-US" sz="1600" b="1" dirty="0"/>
              <a:t> growth</a:t>
            </a:r>
            <a:r>
              <a:rPr lang="en-US" sz="1600" dirty="0"/>
              <a:t>, indicating a </a:t>
            </a:r>
            <a:r>
              <a:rPr lang="en-US" sz="1600" b="1" dirty="0"/>
              <a:t>strong expansion in product portfolio</a:t>
            </a:r>
            <a:r>
              <a:rPr lang="en-US" sz="1600" dirty="0"/>
              <a:t>.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7FB44C7B-FEA2-F287-4909-C75D366876A5}"/>
              </a:ext>
            </a:extLst>
          </p:cNvPr>
          <p:cNvSpPr/>
          <p:nvPr/>
        </p:nvSpPr>
        <p:spPr>
          <a:xfrm>
            <a:off x="11495040" y="6194519"/>
            <a:ext cx="548148" cy="512065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BCE110E-5E31-C3C0-EDBC-74C624F317B2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E58E36-E298-DF62-45AA-E2DBA2CC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215" y="520604"/>
            <a:ext cx="9582736" cy="640080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What is the percentage of unique product increase in 2021 vs. 2020? The final output contains these fields, unique_products_2020 unique_products_2021 </a:t>
            </a:r>
            <a:r>
              <a:rPr lang="en-US" sz="2000" dirty="0" err="1"/>
              <a:t>percentage_chg</a:t>
            </a:r>
            <a:r>
              <a:rPr lang="en-US" sz="2000" dirty="0"/>
              <a:t> %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68C14F5A-03B5-70B0-83B1-89A3987CECD5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A08BF749-2E3E-313D-8D7D-BACC0E40EB1E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6E0C0EFB-EE32-6A57-F6BC-A9352593C1CF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FE4FFBB-E41E-3FE3-1657-5489DDFEA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439" y="1371877"/>
            <a:ext cx="2953373" cy="338693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AE77BC-75E0-D144-A1BB-F81B43B1C6B2}"/>
              </a:ext>
            </a:extLst>
          </p:cNvPr>
          <p:cNvCxnSpPr>
            <a:cxnSpLocks/>
          </p:cNvCxnSpPr>
          <p:nvPr/>
        </p:nvCxnSpPr>
        <p:spPr>
          <a:xfrm flipV="1">
            <a:off x="9280473" y="2310581"/>
            <a:ext cx="817256" cy="11184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2A4F1D7-9F05-5F10-A73A-52C7FE305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3553" y="1604026"/>
            <a:ext cx="5167866" cy="2531528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A1421512-C06D-1965-A97F-2EFD5223BA1F}"/>
              </a:ext>
            </a:extLst>
          </p:cNvPr>
          <p:cNvSpPr/>
          <p:nvPr/>
        </p:nvSpPr>
        <p:spPr>
          <a:xfrm rot="16200000">
            <a:off x="7265799" y="1881341"/>
            <a:ext cx="472073" cy="120899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85538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C8CA7-D76C-A5F8-5F47-8483B132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82A2AB-DF6B-E00C-8765-8B635A6ABDD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35414" y="5078278"/>
            <a:ext cx="10002857" cy="919400"/>
          </a:xfrm>
        </p:spPr>
        <p:txBody>
          <a:bodyPr>
            <a:normAutofit/>
          </a:bodyPr>
          <a:lstStyle/>
          <a:p>
            <a:r>
              <a:rPr lang="en-IN" sz="1800" b="1" dirty="0"/>
              <a:t>Key Insights :- </a:t>
            </a:r>
            <a:r>
              <a:rPr lang="en-US" sz="1800" dirty="0"/>
              <a:t>Notebook has the highest products (</a:t>
            </a:r>
            <a:r>
              <a:rPr lang="en-US" sz="1800" b="1" dirty="0">
                <a:highlight>
                  <a:srgbClr val="00FF00"/>
                </a:highlight>
              </a:rPr>
              <a:t>129</a:t>
            </a:r>
            <a:r>
              <a:rPr lang="en-US" sz="1800" dirty="0"/>
              <a:t>), followed by Accessories (</a:t>
            </a:r>
            <a:r>
              <a:rPr lang="en-US" sz="1800" b="1" dirty="0">
                <a:highlight>
                  <a:srgbClr val="FFFF00"/>
                </a:highlight>
              </a:rPr>
              <a:t>116</a:t>
            </a:r>
            <a:r>
              <a:rPr lang="en-US" sz="1800" dirty="0"/>
              <a:t>), while other segments have lower counts.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7518C9F3-6170-1AAD-23EC-0CAB2E8D89A6}"/>
              </a:ext>
            </a:extLst>
          </p:cNvPr>
          <p:cNvSpPr/>
          <p:nvPr/>
        </p:nvSpPr>
        <p:spPr>
          <a:xfrm>
            <a:off x="11495040" y="6194519"/>
            <a:ext cx="548148" cy="512065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C9CF78A-EF1A-0D01-C799-E198BD271223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EBE388-91A8-8B30-866D-AB38C72AA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215" y="520604"/>
            <a:ext cx="8257701" cy="825608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Provide a report with all the unique product counts for each  segment  and sort them in descending order of product counts. The final output contains 2 fields, segment , </a:t>
            </a:r>
            <a:r>
              <a:rPr lang="en-US" sz="2000" dirty="0" err="1"/>
              <a:t>product_count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3E9A750C-1B73-CEB5-32C8-3936B988D7D1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06507A9B-08F7-B2C7-6416-8B609E510703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28D9B097-513E-CA7E-2AF7-D4ABB530683A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2D8526E-044A-5310-8903-1DC3854A2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904" y="1613682"/>
            <a:ext cx="3810330" cy="34224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CE591D-1780-CC62-DAC3-5C5E449EB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215" y="1613682"/>
            <a:ext cx="3872515" cy="82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5323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35764-81CF-2466-F8B0-68554939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839CCC-6955-7182-CD49-20BCCB9B311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67840" y="5076335"/>
            <a:ext cx="9927200" cy="842018"/>
          </a:xfrm>
        </p:spPr>
        <p:txBody>
          <a:bodyPr>
            <a:noAutofit/>
          </a:bodyPr>
          <a:lstStyle/>
          <a:p>
            <a:r>
              <a:rPr lang="en-IN" sz="1800" b="1" dirty="0"/>
              <a:t>Key Insights :-</a:t>
            </a:r>
            <a:r>
              <a:rPr lang="en-US" sz="1800" b="1" dirty="0">
                <a:highlight>
                  <a:srgbClr val="FFFF00"/>
                </a:highlight>
              </a:rPr>
              <a:t>Accessories</a:t>
            </a:r>
            <a:r>
              <a:rPr lang="en-US" sz="1800" dirty="0"/>
              <a:t> segment showed the highest growth </a:t>
            </a:r>
            <a:r>
              <a:rPr lang="en-US" sz="1800" dirty="0">
                <a:highlight>
                  <a:srgbClr val="00FF00"/>
                </a:highlight>
              </a:rPr>
              <a:t>(~</a:t>
            </a:r>
            <a:r>
              <a:rPr lang="en-US" sz="1800" b="1" dirty="0">
                <a:highlight>
                  <a:srgbClr val="00FF00"/>
                </a:highlight>
              </a:rPr>
              <a:t>38.2</a:t>
            </a:r>
            <a:r>
              <a:rPr lang="en-US" sz="1800" b="1" dirty="0"/>
              <a:t>%</a:t>
            </a:r>
            <a:r>
              <a:rPr lang="en-US" sz="1800" dirty="0"/>
              <a:t>), followed by </a:t>
            </a:r>
            <a:r>
              <a:rPr lang="en-US" sz="1800" b="1" dirty="0"/>
              <a:t>Notebook &amp; Peripherals (~18%)</a:t>
            </a:r>
            <a:r>
              <a:rPr lang="en-US" sz="1800" dirty="0"/>
              <a:t>, making them the top growing segments in 2021 vs 2020.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B42AF3BB-BD04-15BB-6FD0-A09E12CA16AF}"/>
              </a:ext>
            </a:extLst>
          </p:cNvPr>
          <p:cNvSpPr/>
          <p:nvPr/>
        </p:nvSpPr>
        <p:spPr>
          <a:xfrm>
            <a:off x="11110452" y="5918353"/>
            <a:ext cx="932736" cy="78823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386F19BD-21A0-3F08-1E04-D7B271A298EE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AF8662-0D4F-A33E-2DDC-7AD6B0F9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215" y="520603"/>
            <a:ext cx="8257701" cy="825609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Which segment had the most increase in unique products in 2021 vs 2020? The final output contains these fields, segment , product_count_2020 , product_count_2021 difference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2DF7DB3D-A935-247B-DC64-6443DFB8C1C4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8B5331DE-33F2-F5D6-FD62-1C39DB7E5C34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C02B900A-B4B6-B434-5D47-8B5827AA54FA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CD4F4D8-8901-8B22-7D53-93F68B044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7840" y="1360656"/>
            <a:ext cx="6762581" cy="17120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E11D26-9497-BC8C-8229-7A2513A4A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841" y="3164317"/>
            <a:ext cx="6762580" cy="17120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D3B712-443E-E716-A44F-09D879C77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2724" y="1781665"/>
            <a:ext cx="2980974" cy="221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732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D8F7E-5AB3-D23D-8C25-8C5B97FE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106C0B-1346-98A8-62C7-942E0068764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16708" y="5225074"/>
            <a:ext cx="10158584" cy="842018"/>
          </a:xfrm>
        </p:spPr>
        <p:txBody>
          <a:bodyPr>
            <a:normAutofit fontScale="77500" lnSpcReduction="20000"/>
          </a:bodyPr>
          <a:lstStyle/>
          <a:p>
            <a:r>
              <a:rPr lang="en-IN" sz="2300" b="1" dirty="0"/>
              <a:t>Key Insights </a:t>
            </a:r>
            <a:r>
              <a:rPr lang="en-IN" sz="2400" b="1" dirty="0"/>
              <a:t>:- </a:t>
            </a:r>
            <a:r>
              <a:rPr lang="en-US" sz="2400" dirty="0"/>
              <a:t>Some products are very expensive to make ($240.54) while others are very cheap ($0.89), showing a </a:t>
            </a:r>
            <a:r>
              <a:rPr lang="en-US" sz="2400" dirty="0">
                <a:highlight>
                  <a:srgbClr val="FFFF00"/>
                </a:highlight>
              </a:rPr>
              <a:t>big difference in cost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17A9F86B-0F65-3369-CCF3-117A30B0C37B}"/>
              </a:ext>
            </a:extLst>
          </p:cNvPr>
          <p:cNvSpPr/>
          <p:nvPr/>
        </p:nvSpPr>
        <p:spPr>
          <a:xfrm>
            <a:off x="11495040" y="6194519"/>
            <a:ext cx="548148" cy="512065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05329CA8-CB09-C3F4-71F7-BDC1C1324B62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300158-BEA3-62BC-020D-727D300FF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215" y="520604"/>
            <a:ext cx="8257701" cy="746398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Get the products that have the highest and lowest manufacturing costs. The final output should contain these fields, </a:t>
            </a:r>
            <a:r>
              <a:rPr lang="en-US" sz="2000" dirty="0" err="1"/>
              <a:t>product_code</a:t>
            </a:r>
            <a:r>
              <a:rPr lang="en-US" sz="2000" dirty="0"/>
              <a:t> product </a:t>
            </a:r>
            <a:r>
              <a:rPr lang="en-US" sz="2000" dirty="0" err="1"/>
              <a:t>manufacturing_cost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7322AAFC-45DE-48CF-B0DD-939244E32E51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8555EC8B-27F8-C636-3034-5B2F8CBDBD99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86A91736-6E5A-78C6-E0C9-6AA99ED5DBF0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5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3F1B1D3-1955-20ED-BDD6-FB10D41A8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7803" y="2073472"/>
            <a:ext cx="6542740" cy="210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821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4B5F7-D94E-D258-88E6-FD1D697D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E8B914-6CA9-BCC7-D951-76456FBCBA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94594" y="5159165"/>
            <a:ext cx="10158584" cy="8420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Key insight :- </a:t>
            </a:r>
            <a:r>
              <a:rPr lang="en-US" sz="1800" dirty="0"/>
              <a:t>The average discount is nearly </a:t>
            </a:r>
            <a:r>
              <a:rPr lang="en-US" sz="1800" b="1" dirty="0">
                <a:highlight>
                  <a:srgbClr val="FFFF00"/>
                </a:highlight>
              </a:rPr>
              <a:t>30% for all top customers</a:t>
            </a:r>
            <a:r>
              <a:rPr lang="en-US" sz="1800" dirty="0"/>
              <a:t>, with </a:t>
            </a:r>
            <a:r>
              <a:rPr lang="en-US" sz="1800" b="1" dirty="0"/>
              <a:t>Amazon slightly lower (29.33%)</a:t>
            </a:r>
            <a:r>
              <a:rPr lang="en-US" sz="1800" dirty="0"/>
              <a:t>, indicating consistent discounting across customers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 </a:t>
            </a: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1BA4DF2A-FC3D-8B47-868C-6A2718E02014}"/>
              </a:ext>
            </a:extLst>
          </p:cNvPr>
          <p:cNvSpPr/>
          <p:nvPr/>
        </p:nvSpPr>
        <p:spPr>
          <a:xfrm>
            <a:off x="11495040" y="6194519"/>
            <a:ext cx="548148" cy="512065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446625DC-9540-2C36-02F6-BBDD3529C567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11E83A-C51B-2E2B-6440-957C7705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41" y="383544"/>
            <a:ext cx="9457237" cy="1209874"/>
          </a:xfrm>
        </p:spPr>
        <p:txBody>
          <a:bodyPr>
            <a:normAutofit/>
          </a:bodyPr>
          <a:lstStyle/>
          <a:p>
            <a:r>
              <a:rPr lang="en-US" sz="2000" dirty="0"/>
              <a:t>Generate a report which contains the top 5 customers who received an average high  </a:t>
            </a:r>
            <a:r>
              <a:rPr lang="en-US" sz="2000" dirty="0" err="1"/>
              <a:t>pre_invoice_discount_pct</a:t>
            </a:r>
            <a:r>
              <a:rPr lang="en-US" sz="2000" dirty="0"/>
              <a:t>  for the  fiscal  year 2021  and in the Indian  market. The final output contains these fields, </a:t>
            </a:r>
            <a:r>
              <a:rPr lang="en-US" sz="2000" dirty="0" err="1"/>
              <a:t>customer_code</a:t>
            </a:r>
            <a:r>
              <a:rPr lang="en-US" sz="2000" dirty="0"/>
              <a:t>, customer, </a:t>
            </a:r>
            <a:r>
              <a:rPr lang="en-US" sz="2000" dirty="0" err="1"/>
              <a:t>average_discount_percentage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6A0C9BF9-607E-51B2-0C60-174CA3D0088C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1431ABE1-8DB2-0A77-5389-890B991632CA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AFCB6EAD-99F4-35FF-C0EA-DE117A732EFC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6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23EABCF-4F7D-F1B3-47EA-F7A746C56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553" y="1806956"/>
            <a:ext cx="4400059" cy="2617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6589FC-6118-EBBE-3DC4-5E25DB6F4C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806957"/>
            <a:ext cx="4522447" cy="261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3743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0A79D-A9D8-403E-A862-8EAAEAF3F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684F93-526E-6491-0FDC-416A24620E9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791" y="5038370"/>
            <a:ext cx="10158584" cy="1274758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Key insight :- </a:t>
            </a:r>
            <a:r>
              <a:rPr lang="en-US" sz="1600" dirty="0"/>
              <a:t>Sales </a:t>
            </a:r>
            <a:r>
              <a:rPr lang="en-US" sz="1600" dirty="0">
                <a:highlight>
                  <a:srgbClr val="FFFF00"/>
                </a:highlight>
              </a:rPr>
              <a:t>increased significantly </a:t>
            </a:r>
            <a:r>
              <a:rPr lang="en-US" sz="1600" dirty="0"/>
              <a:t>in FY2021 compared to FY2020, driven by </a:t>
            </a:r>
            <a:r>
              <a:rPr lang="en-US" sz="1600" dirty="0">
                <a:highlight>
                  <a:srgbClr val="FFFF00"/>
                </a:highlight>
              </a:rPr>
              <a:t>higher demand</a:t>
            </a:r>
            <a:r>
              <a:rPr lang="en-US" sz="1600" dirty="0"/>
              <a:t>, an increase in product offerings, and overall business expansion, with </a:t>
            </a:r>
            <a:r>
              <a:rPr lang="en-US" sz="1600" dirty="0">
                <a:highlight>
                  <a:srgbClr val="FFFF00"/>
                </a:highlight>
              </a:rPr>
              <a:t>March 2021 showing the highest </a:t>
            </a:r>
            <a:r>
              <a:rPr lang="en-US" sz="1600" dirty="0"/>
              <a:t>performance.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6D4E122B-A6C4-A3C9-DBAD-626772F7D09C}"/>
              </a:ext>
            </a:extLst>
          </p:cNvPr>
          <p:cNvSpPr/>
          <p:nvPr/>
        </p:nvSpPr>
        <p:spPr>
          <a:xfrm>
            <a:off x="11329021" y="6125694"/>
            <a:ext cx="685998" cy="6290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0FCAC44A-E3D4-3C28-E199-37C3BAB0E92B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DE18B9-1268-520B-3811-E83B4555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41" y="544872"/>
            <a:ext cx="9457237" cy="937933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 Get the complete report of the Gross sales amount for the customer  “</a:t>
            </a:r>
            <a:r>
              <a:rPr lang="en-US" sz="2000" dirty="0" err="1"/>
              <a:t>Atliq</a:t>
            </a:r>
            <a:r>
              <a:rPr lang="en-US" sz="2000" dirty="0"/>
              <a:t> Exclusive”  for each month  .  This analysis helps to  get an idea of low and high-performing months and take strategic decisions. The final report contains these columns: Month Year Gross sales Amount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9C4BD16C-BEBA-80A9-069C-D4989919A2DB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DA4B57C8-F772-45F6-AB96-73737D7BF258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9CEC6867-3CF0-762E-A5EE-F131238DFE1F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7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5A751BD-72C8-DA22-770E-0184AA0F1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632" y="1756657"/>
            <a:ext cx="5521744" cy="2446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90369D-BCD4-3C9C-C9C0-F8CA3275F6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14" y="1756658"/>
            <a:ext cx="4729317" cy="244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1497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DAD63-9BBC-AC13-3B88-9C108B4F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9F393D-DEF4-EA84-9F70-D40B9EB1DCD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92179" y="4986693"/>
            <a:ext cx="10158584" cy="842018"/>
          </a:xfrm>
        </p:spPr>
        <p:txBody>
          <a:bodyPr>
            <a:normAutofit fontScale="62500" lnSpcReduction="20000"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Key insight :- </a:t>
            </a:r>
            <a:r>
              <a:rPr lang="en-US" sz="2400" dirty="0"/>
              <a:t>In 2020, </a:t>
            </a:r>
            <a:r>
              <a:rPr lang="en-US" sz="2400" b="1" dirty="0">
                <a:highlight>
                  <a:srgbClr val="FFFF00"/>
                </a:highlight>
              </a:rPr>
              <a:t>Q1 recorded the highest </a:t>
            </a:r>
            <a:r>
              <a:rPr lang="en-US" sz="2400" b="1" dirty="0"/>
              <a:t>total sold quantity </a:t>
            </a:r>
            <a:r>
              <a:rPr lang="en-US" sz="2400" b="1" dirty="0">
                <a:highlight>
                  <a:srgbClr val="FFFF00"/>
                </a:highlight>
              </a:rPr>
              <a:t>(7M)</a:t>
            </a:r>
            <a:r>
              <a:rPr lang="en-US" sz="2400" dirty="0">
                <a:highlight>
                  <a:srgbClr val="FFFF00"/>
                </a:highlight>
              </a:rPr>
              <a:t>, </a:t>
            </a:r>
            <a:r>
              <a:rPr lang="en-US" sz="2400" dirty="0"/>
              <a:t>followed by </a:t>
            </a:r>
            <a:r>
              <a:rPr lang="en-US" sz="2400" b="1" dirty="0"/>
              <a:t>Q2 (6.6M)</a:t>
            </a:r>
            <a:r>
              <a:rPr lang="en-US" sz="2400" dirty="0"/>
              <a:t>. Sales declined significantly in </a:t>
            </a:r>
            <a:r>
              <a:rPr lang="en-US" sz="2400" b="1" dirty="0"/>
              <a:t>Q3 (2.1M)</a:t>
            </a:r>
            <a:r>
              <a:rPr lang="en-US" sz="2400" dirty="0"/>
              <a:t>, but showed a </a:t>
            </a:r>
            <a:r>
              <a:rPr lang="en-US" sz="2400" b="1" dirty="0"/>
              <a:t>recovery in Q4 (5M)</a:t>
            </a:r>
            <a:r>
              <a:rPr lang="en-US" sz="2400" dirty="0"/>
              <a:t>, indicating a mid-year dip followed by partial recovery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D89AD46B-3891-EF61-9D72-3AD76259DB1E}"/>
              </a:ext>
            </a:extLst>
          </p:cNvPr>
          <p:cNvSpPr/>
          <p:nvPr/>
        </p:nvSpPr>
        <p:spPr>
          <a:xfrm>
            <a:off x="11329021" y="6125694"/>
            <a:ext cx="685998" cy="6290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0E162C83-51DF-B6D1-E491-93EF7939D9C7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EFFEAD-00E8-1D3A-09A8-433714C8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41" y="544872"/>
            <a:ext cx="9457237" cy="713657"/>
          </a:xfrm>
        </p:spPr>
        <p:txBody>
          <a:bodyPr>
            <a:normAutofit/>
          </a:bodyPr>
          <a:lstStyle/>
          <a:p>
            <a:r>
              <a:rPr lang="en-US" sz="2000" dirty="0"/>
              <a:t>In which quarter of 2020, got the maximum </a:t>
            </a:r>
            <a:r>
              <a:rPr lang="en-US" sz="2000" dirty="0" err="1"/>
              <a:t>total_sold_quantity</a:t>
            </a:r>
            <a:r>
              <a:rPr lang="en-US" sz="2000" dirty="0"/>
              <a:t>? The final output contains these fields sorted by the </a:t>
            </a:r>
            <a:r>
              <a:rPr lang="en-US" sz="2000" dirty="0" err="1"/>
              <a:t>total_sold_quantity</a:t>
            </a:r>
            <a:r>
              <a:rPr lang="en-US" sz="2000" dirty="0"/>
              <a:t>, Quarter </a:t>
            </a:r>
            <a:r>
              <a:rPr lang="en-US" sz="2000" dirty="0" err="1"/>
              <a:t>total_sold_quantity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1F54DD4B-F7D5-B4F3-3EB6-86C706F0B691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05D3B967-63D8-2623-7821-9C13AF274589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C642CF52-C9AA-9702-2AA3-52B70D790C02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8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A967080-5802-4FB6-8202-CE5FAF39D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117" y="1676537"/>
            <a:ext cx="5070904" cy="2710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F9C80-88F1-F102-F035-7D2D81AD2D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87" y="1663591"/>
            <a:ext cx="4816979" cy="272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3501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216B6-B3A1-C58E-24D8-7C0E2285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BDEF42-4741-A3E0-7186-04847E4D066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35414" y="5154560"/>
            <a:ext cx="10158584" cy="842018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/>
              <a:t>Key insight :-</a:t>
            </a:r>
            <a:r>
              <a:rPr lang="en-US" sz="2400" dirty="0"/>
              <a:t>The </a:t>
            </a:r>
            <a:r>
              <a:rPr lang="en-US" sz="2400" b="1" dirty="0">
                <a:highlight>
                  <a:srgbClr val="FFFF00"/>
                </a:highlight>
              </a:rPr>
              <a:t>Retailer channel </a:t>
            </a:r>
            <a:r>
              <a:rPr lang="en-US" sz="2400" b="1" dirty="0"/>
              <a:t>dominates gross sales in FY2021</a:t>
            </a:r>
            <a:r>
              <a:rPr lang="en-US" sz="2400" dirty="0"/>
              <a:t>, contributing </a:t>
            </a:r>
            <a:r>
              <a:rPr lang="en-US" sz="2400" b="1" dirty="0"/>
              <a:t>over </a:t>
            </a:r>
            <a:r>
              <a:rPr lang="en-US" sz="2400" b="1" dirty="0">
                <a:highlight>
                  <a:srgbClr val="00FF00"/>
                </a:highlight>
              </a:rPr>
              <a:t>73%</a:t>
            </a:r>
            <a:r>
              <a:rPr lang="en-US" sz="2400" dirty="0"/>
              <a:t>, while Direct and Distributor channels have significantly lower contributions.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44A0E1EB-7C25-EAD4-DDE5-555D11A79370}"/>
              </a:ext>
            </a:extLst>
          </p:cNvPr>
          <p:cNvSpPr/>
          <p:nvPr/>
        </p:nvSpPr>
        <p:spPr>
          <a:xfrm>
            <a:off x="11329021" y="6125694"/>
            <a:ext cx="685998" cy="6290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10D8524E-7A00-EB94-376A-AFB90CCC0B63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37B17F-E5F2-070D-3460-F358E7F0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41" y="544872"/>
            <a:ext cx="9457237" cy="713657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Which channel helped to bring more gross sales in the fiscal year 2021 and the percentage of contribution?  The final output  contains these fields, channel </a:t>
            </a:r>
            <a:r>
              <a:rPr lang="en-US" sz="2000" dirty="0" err="1"/>
              <a:t>gross_sales_mln</a:t>
            </a:r>
            <a:r>
              <a:rPr lang="en-US" sz="2000" dirty="0"/>
              <a:t> percentage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2B5B53E4-990C-7B2D-6230-FD1E07937AAA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09C8B40D-A8AB-0574-2450-0C8C0CFB4A70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8D0896A5-29E7-F2B6-21FB-431A595C22BE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9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584145D-99FC-B149-D022-B5EDFBFA0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1927" y="1703440"/>
            <a:ext cx="4682731" cy="24064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B7F6F6-0E4E-352B-8B56-483D5F96F8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304" y="1703440"/>
            <a:ext cx="4511431" cy="240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0470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50000"/>
            <a:alpha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556EB-5626-0090-0361-F1EF2854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DC655B-5B02-5C7D-B9B3-B137851CD93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74887" y="5085015"/>
            <a:ext cx="10158584" cy="8420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Key insight :-</a:t>
            </a:r>
            <a:r>
              <a:rPr lang="en-US" sz="1800" b="1" dirty="0"/>
              <a:t> </a:t>
            </a:r>
            <a:r>
              <a:rPr lang="en-US" sz="1600" b="1" dirty="0">
                <a:highlight>
                  <a:srgbClr val="FFFF00"/>
                </a:highlight>
              </a:rPr>
              <a:t>N &amp; S division </a:t>
            </a:r>
            <a:r>
              <a:rPr lang="en-US" sz="1600" b="1" dirty="0"/>
              <a:t>dominates sales (~</a:t>
            </a:r>
            <a:r>
              <a:rPr lang="en-US" sz="1600" b="1" dirty="0">
                <a:highlight>
                  <a:srgbClr val="00FF00"/>
                </a:highlight>
              </a:rPr>
              <a:t>700K units</a:t>
            </a:r>
            <a:r>
              <a:rPr lang="en-US" sz="1600" b="1" dirty="0"/>
              <a:t>)</a:t>
            </a:r>
            <a:r>
              <a:rPr lang="en-US" sz="1600" dirty="0"/>
              <a:t>, followed by </a:t>
            </a:r>
            <a:r>
              <a:rPr lang="en-US" sz="1600" b="1" dirty="0"/>
              <a:t>P &amp; A (~420K units)</a:t>
            </a:r>
            <a:r>
              <a:rPr lang="en-US" sz="1600" dirty="0"/>
              <a:t>, while the </a:t>
            </a:r>
            <a:r>
              <a:rPr lang="en-US" sz="1600" b="1" dirty="0">
                <a:highlight>
                  <a:srgbClr val="FFFF00"/>
                </a:highlight>
              </a:rPr>
              <a:t>PC division </a:t>
            </a:r>
            <a:r>
              <a:rPr lang="en-US" sz="1600" b="1" dirty="0"/>
              <a:t>has very low sales (~</a:t>
            </a:r>
            <a:r>
              <a:rPr lang="en-US" sz="1600" b="1" dirty="0">
                <a:highlight>
                  <a:srgbClr val="FF0000"/>
                </a:highlight>
              </a:rPr>
              <a:t>17K units</a:t>
            </a:r>
            <a:r>
              <a:rPr lang="en-US" sz="1600" b="1" dirty="0"/>
              <a:t>)</a:t>
            </a:r>
            <a:r>
              <a:rPr lang="en-US" sz="1600" dirty="0"/>
              <a:t>, showing a significant demand gap across divisions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602C8D9E-7BB9-193B-56C8-A84F506F0163}"/>
              </a:ext>
            </a:extLst>
          </p:cNvPr>
          <p:cNvSpPr/>
          <p:nvPr/>
        </p:nvSpPr>
        <p:spPr>
          <a:xfrm>
            <a:off x="11329021" y="6125694"/>
            <a:ext cx="685998" cy="6290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47C93B5C-E7D3-CFA1-93D8-F97C8FCADB43}"/>
              </a:ext>
            </a:extLst>
          </p:cNvPr>
          <p:cNvSpPr/>
          <p:nvPr/>
        </p:nvSpPr>
        <p:spPr>
          <a:xfrm>
            <a:off x="141339" y="1"/>
            <a:ext cx="676276" cy="640080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5A562F-A88F-2B24-DC4A-4A1A38F9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41" y="480769"/>
            <a:ext cx="9457237" cy="988960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 Get the Top 3 products in each division that have a high </a:t>
            </a:r>
            <a:r>
              <a:rPr lang="en-US" sz="2000" dirty="0" err="1"/>
              <a:t>total_sold_quantity</a:t>
            </a:r>
            <a:r>
              <a:rPr lang="en-US" sz="2000" dirty="0"/>
              <a:t> in the </a:t>
            </a:r>
            <a:r>
              <a:rPr lang="en-US" sz="2000" dirty="0" err="1"/>
              <a:t>fiscal_year</a:t>
            </a:r>
            <a:r>
              <a:rPr lang="en-US" sz="2000" dirty="0"/>
              <a:t> 2021? The final output contains these fields, division ,</a:t>
            </a:r>
            <a:r>
              <a:rPr lang="en-US" sz="2000" dirty="0" err="1"/>
              <a:t>product_code</a:t>
            </a:r>
            <a:r>
              <a:rPr lang="en-US" sz="2000" dirty="0"/>
              <a:t> ,product ,</a:t>
            </a:r>
            <a:r>
              <a:rPr lang="en-US" sz="2000" dirty="0" err="1"/>
              <a:t>total_sold_quantity</a:t>
            </a:r>
            <a:r>
              <a:rPr lang="en-US" sz="2000" dirty="0"/>
              <a:t> , </a:t>
            </a:r>
            <a:r>
              <a:rPr lang="en-US" sz="2000" dirty="0" err="1"/>
              <a:t>rank_order</a:t>
            </a:r>
            <a:endParaRPr lang="en-IN" sz="2000" dirty="0"/>
          </a:p>
        </p:txBody>
      </p: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546DAE07-DB6A-1FC6-6F43-8F304D507959}"/>
              </a:ext>
            </a:extLst>
          </p:cNvPr>
          <p:cNvGrpSpPr/>
          <p:nvPr/>
        </p:nvGrpSpPr>
        <p:grpSpPr bwMode="blackWhite">
          <a:xfrm>
            <a:off x="774887" y="520604"/>
            <a:ext cx="921054" cy="640080"/>
            <a:chOff x="6950898" y="711274"/>
            <a:chExt cx="558179" cy="409838"/>
          </a:xfrm>
        </p:grpSpPr>
        <p:sp>
          <p:nvSpPr>
            <p:cNvPr id="10" name="Oval 9" descr="Small circle">
              <a:extLst>
                <a:ext uri="{FF2B5EF4-FFF2-40B4-BE49-F238E27FC236}">
                  <a16:creationId xmlns:a16="http://schemas.microsoft.com/office/drawing/2014/main" id="{D06BDA49-EE9C-A365-72DD-6A818B2B22BB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 descr="Number 2">
              <a:extLst>
                <a:ext uri="{FF2B5EF4-FFF2-40B4-BE49-F238E27FC236}">
                  <a16:creationId xmlns:a16="http://schemas.microsoft.com/office/drawing/2014/main" id="{7E3A9EE2-F0EE-8F36-C7EE-E92F9FBE4293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0898" y="797637"/>
              <a:ext cx="558179" cy="236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10</a:t>
              </a:r>
            </a:p>
          </p:txBody>
        </p:sp>
      </p:grp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2C5A8B9-91AD-C412-A6FF-DA24D67CC377}"/>
              </a:ext>
            </a:extLst>
          </p:cNvPr>
          <p:cNvSpPr/>
          <p:nvPr/>
        </p:nvSpPr>
        <p:spPr>
          <a:xfrm rot="16200000">
            <a:off x="5680869" y="2163521"/>
            <a:ext cx="472073" cy="120899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DE7C2-9C2A-6379-59D5-B73C9F703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77" y="1772030"/>
            <a:ext cx="5028195" cy="24558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D19190-CFD6-0629-9108-26A5FF8C8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288" y="1699320"/>
            <a:ext cx="5159187" cy="252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5320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D4486-83E5-18C6-CEFD-96814E82A0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00108" y="2322920"/>
            <a:ext cx="7454131" cy="2526792"/>
          </a:xfrm>
        </p:spPr>
        <p:txBody>
          <a:bodyPr>
            <a:normAutofit fontScale="85000" lnSpcReduction="20000"/>
          </a:bodyPr>
          <a:lstStyle/>
          <a:p>
            <a:r>
              <a:rPr lang="en-US" sz="7200" dirty="0">
                <a:highlight>
                  <a:srgbClr val="F8CAB6"/>
                </a:highlight>
              </a:rPr>
              <a:t>Thank You for Your Time and Attention</a:t>
            </a:r>
            <a:r>
              <a:rPr lang="en-US" sz="7200" b="1" dirty="0">
                <a:highlight>
                  <a:srgbClr val="F8CAB6"/>
                </a:highlight>
              </a:rPr>
              <a:t> </a:t>
            </a:r>
            <a:endParaRPr lang="en-IN" sz="7200" b="1" dirty="0">
              <a:highlight>
                <a:srgbClr val="F8CAB6"/>
              </a:highlight>
            </a:endParaRP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FA03C2C3-2D88-4FD9-17B7-C34BE8A653AE}"/>
              </a:ext>
            </a:extLst>
          </p:cNvPr>
          <p:cNvSpPr/>
          <p:nvPr/>
        </p:nvSpPr>
        <p:spPr>
          <a:xfrm>
            <a:off x="5303274" y="334298"/>
            <a:ext cx="1018868" cy="776748"/>
          </a:xfrm>
          <a:custGeom>
            <a:avLst/>
            <a:gdLst/>
            <a:ahLst/>
            <a:cxnLst/>
            <a:rect l="l" t="t" r="r" b="b"/>
            <a:pathLst>
              <a:path w="1852800" h="1813108">
                <a:moveTo>
                  <a:pt x="0" y="0"/>
                </a:moveTo>
                <a:lnTo>
                  <a:pt x="1852800" y="0"/>
                </a:lnTo>
                <a:lnTo>
                  <a:pt x="1852800" y="1813108"/>
                </a:lnTo>
                <a:lnTo>
                  <a:pt x="0" y="1813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B6A75CFC-8450-7FDF-D51E-70306E866D4B}"/>
              </a:ext>
            </a:extLst>
          </p:cNvPr>
          <p:cNvSpPr/>
          <p:nvPr/>
        </p:nvSpPr>
        <p:spPr>
          <a:xfrm>
            <a:off x="11220866" y="5840558"/>
            <a:ext cx="685998" cy="629068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47625" cap="rnd">
            <a:solidFill>
              <a:srgbClr val="04509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7461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1074</TotalTime>
  <Words>823</Words>
  <Application>Microsoft Office PowerPoint</Application>
  <PresentationFormat>Widescreen</PresentationFormat>
  <Paragraphs>52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Calibri</vt:lpstr>
      <vt:lpstr>Courier New</vt:lpstr>
      <vt:lpstr>Gotham Bold</vt:lpstr>
      <vt:lpstr>Segoe UI</vt:lpstr>
      <vt:lpstr>Segoe UI Light</vt:lpstr>
      <vt:lpstr>Segoe UI Semibold</vt:lpstr>
      <vt:lpstr>Wingdings</vt:lpstr>
      <vt:lpstr>Custom</vt:lpstr>
      <vt:lpstr>Adhoc Request Analysis</vt:lpstr>
      <vt:lpstr>PROBLEM STATEMENT </vt:lpstr>
      <vt:lpstr>     Provide the list of markets in which customer  "Atliq  Exclusive"                operates its business in the  APAC  region.</vt:lpstr>
      <vt:lpstr>What is the percentage of unique product increase in 2021 vs. 2020? The final output contains these fields, unique_products_2020 unique_products_2021 percentage_chg %</vt:lpstr>
      <vt:lpstr>Provide a report with all the unique product counts for each  segment  and sort them in descending order of product counts. The final output contains 2 fields, segment , product_count</vt:lpstr>
      <vt:lpstr>Which segment had the most increase in unique products in 2021 vs 2020? The final output contains these fields, segment , product_count_2020 , product_count_2021 difference</vt:lpstr>
      <vt:lpstr>Get the products that have the highest and lowest manufacturing costs. The final output should contain these fields, product_code product manufacturing_cost</vt:lpstr>
      <vt:lpstr>Generate a report which contains the top 5 customers who received an average high  pre_invoice_discount_pct  for the  fiscal  year 2021  and in the Indian  market. The final output contains these fields, customer_code, customer, average_discount_percentage</vt:lpstr>
      <vt:lpstr> Get the complete report of the Gross sales amount for the customer  “Atliq Exclusive”  for each month  .  This analysis helps to  get an idea of low and high-performing months and take strategic decisions. The final report contains these columns: Month Year Gross sales Amount</vt:lpstr>
      <vt:lpstr>In which quarter of 2020, got the maximum total_sold_quantity? The final output contains these fields sorted by the total_sold_quantity, Quarter total_sold_quantity</vt:lpstr>
      <vt:lpstr>Which channel helped to bring more gross sales in the fiscal year 2021 and the percentage of contribution?  The final output  contains these fields, channel gross_sales_mln percentage</vt:lpstr>
      <vt:lpstr> Get the Top 3 products in each division that have a high total_sold_quantity in the fiscal_year 2021? The final output contains these fields, division ,product_code ,product ,total_sold_quantity , rank_order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Asif Raza</dc:creator>
  <cp:keywords/>
  <cp:lastModifiedBy>Asif Raza</cp:lastModifiedBy>
  <cp:revision>69</cp:revision>
  <dcterms:created xsi:type="dcterms:W3CDTF">2026-04-19T05:30:49Z</dcterms:created>
  <dcterms:modified xsi:type="dcterms:W3CDTF">2026-05-05T19:04:53Z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